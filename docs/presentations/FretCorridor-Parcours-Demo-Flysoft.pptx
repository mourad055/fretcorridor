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FretCorridor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Parcours de démonstration — Plateforme logistique corridor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Flysoft Engineering  ·  Août 2026  ·  Web + Mobile + Moteur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Objectif de la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Ce que les interlocuteurs doivent 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FretCorridor est une plateforme logistique corridor réelle — pas une maquette statique.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Trois interfaces utilisateur communiquent avec un moteur d'appariement intelligent.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Le chargeur publie un besoin, le transporteur déclare une offre, le système calcule le meilleur match.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La mission s'exécute avec suivi GPS et ETA, puis le paiement est réconcilié côté transporteur et bureau.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Phrase clé : « Offre ↔ Demande ↔ Mission ↔ Paiement » sur infrastructure microservices.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Parcours bout-en-bout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6 étapes de la démo — de l'inscription au reversement transporteur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1208" y="2075688"/>
            <a:ext cx="384048" cy="384048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Connexion &amp; KYC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Onboarding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67128" y="2532888"/>
            <a:ext cx="164592" cy="20116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95728" y="207568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Demande chargeur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Marketplace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41648" y="2532888"/>
            <a:ext cx="164592" cy="20116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0520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70248" y="2075688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Capacité transporteur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Offre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16168" y="2532888"/>
            <a:ext cx="164592" cy="20116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44768" y="2075688"/>
            <a:ext cx="384048" cy="384048"/>
          </a:xfrm>
          <a:prstGeom prst="ellipse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Appariement Moteur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Matching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790688" y="2532888"/>
            <a:ext cx="164592" cy="20116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09559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5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9287" y="2075688"/>
            <a:ext cx="384048" cy="384048"/>
          </a:xfrm>
          <a:prstGeom prst="ellipse">
            <a:avLst/>
          </a:prstGeom>
          <a:solidFill>
            <a:srgbClr val="1E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1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Exécution 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1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GPS · ETA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65207" y="2532888"/>
            <a:ext cx="164592" cy="201168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84080" y="1965960"/>
            <a:ext cx="1691640" cy="14173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93807" y="2075688"/>
            <a:ext cx="384048" cy="384048"/>
          </a:xfrm>
          <a:prstGeom prst="ellipse">
            <a:avLst/>
          </a:prstGeom>
          <a:solidFill>
            <a:srgbClr val="16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496312"/>
            <a:ext cx="154533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t>Paiement &amp; reversement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2926080"/>
            <a:ext cx="1545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840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1A"/>
                </a:solidFill>
              </a:defRPr>
            </a:pPr>
            <a:r>
              <a:t>Architecture réelle : 3 applications (Client, Chauffeur/Transporteur, Portail Web) + Gateway + microservices Java + Kafka + PostgreSQL + Valhalla (ETA).</a:t>
            </a:r>
          </a:p>
          <a:p>
            <a:r>
              <a:t>Le Moteur (OPT/MAT/GEO/TRK) travaille en arrière-plan — invisible pour l'utilisateur final.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Rôle de chaque acteur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Qui fait quoi pendant la démonstration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Acteur / interface</a:t>
                      </a:r>
                    </a:p>
                  </a:txBody>
                  <a:tcPr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Rôle métier</a:t>
                      </a:r>
                    </a:p>
                  </a:txBody>
                  <a:tcPr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Étapes actives</a:t>
                      </a:r>
                    </a:p>
                  </a:txBody>
                  <a:tcPr>
                    <a:solidFill>
                      <a:srgbClr val="1E5A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 qu'on montre</a:t>
                      </a:r>
                    </a:p>
                  </a:txBody>
                  <a:tcPr>
                    <a:solidFill>
                      <a:srgbClr val="1E5AA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App Client (mobile)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Chargeur — exprime un besoin de 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 → 1 →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Inscription · KYC · publier demande · propositions · suivi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App Chauffeur / Transporteur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Offre &amp; exécution terrain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0 → 2 → 3 → 4 →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Véhicule · capacité · propositions · mission · solde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Portail Web Bureau /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Supervision du corridor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4 →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Carte GPS · observatoire · missions · notifs · rapport financier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Moteur FretCorridor (backend)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Appariement intelligent invisible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1 → 2 → 3 →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</a:defRPr>
                      </a:pPr>
                      <a:r>
                        <a:t>Matching L0/L1 · coût 7 termes · ETA · événements Kafka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Étapes 0 à 2 — Préparation &amp;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Onboarding, demande et offre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0 — Connexion &amp; KYC : inscription légère puis profil niveau 1 (identité + pièce justificative).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1 — Chargeur publie une demande (App Client) : axe Douala → Yaoundé, emballage, fenêtre horaire.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Service : service-mkt → événement Kafka demande-publiee → file d'attente service-opt.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2 — Transporteur déclare une capacité (App Chauffeur) : véhicule enregistré, même axe, GPS activé.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Service : service-cap → Kafka capacite-declaree → matching possible dès qu'une paire existe sur l'axe.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Étapes 3 à 5 — Moteur, exécution &amp;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Matching, mission et reversement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3 — Appariement Moteur (invisible) : cycle ~15 s, filtrage L0 H3, coût 7 termes, Kuhn-Munkres.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Services : service-opt · service-mat · service-geo · Valhalla → proposition émise vers service-mkt.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4 — Exécution : acceptation proposition → mission → positions GPS → ETA → carte Bureau.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Services : service-exe · service-flt · service-trk · service-bur (Kafka position-eta).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Étape 5 — Paiement : solde transporteur, rapport financier Bureau, notifications IN_APP.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Architecture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3 apps · 1 gateway ·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App Client → appels directs : service-ida (8081), service-mkt (8089), service-geo (8084)…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App Chauffeur/Transporteur → Gateway (8082) : capacités, véhicules, missions, notifications.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Portail Web (8099) → Gateway → services métier (Bureau, Admin, Transporteur web).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Moteur : OPT + MAT + GEO + TRK tournent en conteneurs Docker (23 services au total).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Données : PostgreSQL · Kafka · MinIO (pièces KYC) · Valhalla (routage ETA).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Script présentateur · ~10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Phase A — Recommandée en ouverture (données seedées, fiable)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1. Portail Bureau (+237600000001 / 1234) — Observatoire, carte positions, 2 notifications IN_APP.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2. Transporteur web/mobile (+237696000001 / 1234) — 11 missions, capacités, solde 257 000 FCFA.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3. Admin (+237600000003 / 1234) — KYC (ouvrir pièce, télécharger), dossiers, tenants.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4. Message : « L'écosystème est branché en réel — ce que vous voyez vient des APIs et de la base.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Nouvelles inscriptions · ~10 minutes · prévoir 60–90 s pour le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Phase B — Scénario live (optionnel)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1. Nouveau chargeur (App Client) + nouveau transporteur (App Chauffeur) — numéros neufs.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2. KYC niveau 1 des deux côtés (identité + photo pièce).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3. Transporteur : ajouter véhicule → déclarer capacité axe Douala → Yaoundé.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4. Chargeur : publier demande sur le même axe (utiliser le sélecteur d'axe, pas la saisie libre).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5. Attendre 60–90 s → proposition côté transporteur → acceptation → mission visible Bureau.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Accès &amp; comptes démo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URLs et identifiants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Portail Web : http://localhost:8099  ·  Gateway API : http://localhost:8082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Bureau : +237600000001 — PIN 1234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Transporteur : +237696000001 — PIN 1234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Admin : +237600000003 — PIN 1234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Mobile physique : lancer ./scripts/run_dev.sh (IP WiFi, pas localhost).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Stack Docker : 23 services — attendre ~2 min après démarrage avant matching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148840" cy="1528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0292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Messages clés &amp; plan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Anticiper les questions du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Ce n'est pas instantané : le matching tourne par cycles planifiés (~15 secondes).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KYC niveau 1 obligatoire avant toute publication de demande.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Véhicule obligatoire avant déclaration de capacité transporteur.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Plan B : si le live tarde, revenir aux données seedées (Phase A) — toujours impressionnant.</a:t>
            </a:r>
          </a:p>
          <a:p>
            <a:pPr>
              <a:spcAft>
                <a:spcPts val="1000"/>
              </a:spcAft>
              <a:defRPr sz="1700">
                <a:solidFill>
                  <a:srgbClr val="1A1A1A"/>
                </a:solidFill>
              </a:defRPr>
            </a:pPr>
            <a:r>
              <a:t>Après la démo : compléter le CDC module par module sans régression sur ce parcours.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Flysoft Engineering · FretCorridor · Confidentiel démo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5A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lysoft-engineerin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097280"/>
            <a:ext cx="3200400" cy="22764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Merci —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Flysoft Engineering · FretCorridor · Plateforme logistique intelligente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